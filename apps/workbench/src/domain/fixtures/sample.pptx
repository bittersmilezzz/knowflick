
<file path=[Content_Types].xml><?xml version="1.0" encoding="utf-8"?>
<Types xmlns="http://schemas.openxmlformats.org/package/2006/content-types">
  <Default Extension="xml" ContentType="application/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2"/>
  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bodyPr/>
          <a:p>
            <a:r>
              <a:t>关键结论</a:t>
            </a:r>
          </a:p>
          <a:p>
            <a:r>
              <a:t>自动化要先做在最痛的地方。</a:t>
            </a:r>
          </a:p>
        </p:txBody>
      </p:sp>
    </p:spTree>
  </p:cSld>
</p:sld>
</file>